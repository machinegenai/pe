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to keep clean in the room: these five are DIALS — the things that turn usage up. The six moves in the companion slides are LEVERS — the things that bring it down. Users need to understand the drivers before they memorize menus. Sources: OpenAI GPT-5.5 in ChatGPT / ChatGPT Rate Card; Claude Enterprise Consumption Guide; Claude model/effort guidance. Public docs — BJ's tenant UI verification still required before this goes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avoids both over-spending and under-powering important work. Nuance for Champion Q&amp;A: in ChatGPT Enterprise the thinking-effort level does not change per-message credit cost — escalation cost there comes from the Pro model tier and heavy tools, not the effort setting. In Claude, effort directly raises billed usage, so the ladder is a cost ladder end to end. Model names and effort menus: public docs + BJ's tenant UI verification required before presenting — tiers and labels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USAGE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not one setting — it is five dials combined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2039112" cy="2743200"/>
          </a:xfrm>
          <a:prstGeom prst="roundRect">
            <a:avLst>
              <a:gd name="adj" fmla="val 403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85316" y="224028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138531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/ tier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vs. reasoning vs. Pro; Sonnet vs. Opus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52928" y="1920240"/>
            <a:ext cx="2039112" cy="2743200"/>
          </a:xfrm>
          <a:prstGeom prst="roundRect">
            <a:avLst>
              <a:gd name="adj" fmla="val 403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98164" y="224028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3" name="Text 10"/>
          <p:cNvSpPr/>
          <p:nvPr/>
        </p:nvSpPr>
        <p:spPr>
          <a:xfrm>
            <a:off x="359816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962656" y="301752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/ effort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2980944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Medium, High, Extra High; Low → Max effort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65776" y="1920240"/>
            <a:ext cx="2039112" cy="2743200"/>
          </a:xfrm>
          <a:prstGeom prst="roundRect">
            <a:avLst>
              <a:gd name="adj" fmla="val 403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11012" y="224028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8" name="Text 15"/>
          <p:cNvSpPr/>
          <p:nvPr/>
        </p:nvSpPr>
        <p:spPr>
          <a:xfrm>
            <a:off x="581101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175504" y="301752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/ modes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193792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Research, Agents, Code, Cowork, files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78624" y="1920240"/>
            <a:ext cx="2039112" cy="2743200"/>
          </a:xfrm>
          <a:prstGeom prst="roundRect">
            <a:avLst>
              <a:gd name="adj" fmla="val 403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23860" y="224028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3" name="Text 20"/>
          <p:cNvSpPr/>
          <p:nvPr/>
        </p:nvSpPr>
        <p:spPr>
          <a:xfrm>
            <a:off x="80238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388352" y="301752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size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406640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files, long threads, project knowledge, connectors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491472" y="1920240"/>
            <a:ext cx="2039112" cy="2743200"/>
          </a:xfrm>
          <a:prstGeom prst="roundRect">
            <a:avLst>
              <a:gd name="adj" fmla="val 403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236708" y="224028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8" name="Text 25"/>
          <p:cNvSpPr/>
          <p:nvPr/>
        </p:nvSpPr>
        <p:spPr>
          <a:xfrm>
            <a:off x="1023670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601200" y="301752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 / output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9619488" y="361188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revisions, long reports, generated assets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14400" y="507492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message: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rises when stronger models, deeper reasoning, heavier tools, bigger context, and repeated iterations are combined.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&amp; SETTINGS GUIDE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efficient, then escalate deliberately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05840" y="3127248"/>
            <a:ext cx="10149840" cy="45720"/>
          </a:xfrm>
          <a:prstGeom prst="rect">
            <a:avLst/>
          </a:prstGeom>
          <a:solidFill>
            <a:srgbClr val="E7E9EE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drafting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summarization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Q&amp;A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139696" y="2907792"/>
            <a:ext cx="475488" cy="475488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76200" dist="25400" dir="5400000">
              <a:srgbClr val="1F2733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6576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657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Instant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Sonnet/Haiku + Low/Medium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07408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07408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comparison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61304" y="2907792"/>
            <a:ext cx="475488" cy="47548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25400" dir="5400000">
              <a:srgbClr val="1F2733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07408" y="36576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44568" y="3657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Medium or High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Sonnet + High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129016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/ agentic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9016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 analysis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research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coding / agent work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582912" y="2907792"/>
            <a:ext cx="475488" cy="47548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76200" dist="25400" dir="5400000">
              <a:srgbClr val="1F2733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29016" y="3657600"/>
            <a:ext cx="3383280" cy="1051560"/>
          </a:xfrm>
          <a:prstGeom prst="roundRect">
            <a:avLst>
              <a:gd name="adj" fmla="val 782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36576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Extra High or Pro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Opus or Sonnet 5 + Extra High/Max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40080" y="512064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FCE4E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1206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rule:  </a:t>
            </a:r>
            <a:pPr algn="ctr"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up only when quality, complexity, current-data need, or tool need justifies the added consumption.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&amp; SETTINGS GUIDE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Usage &amp; Settings Guide — Dials and Escalation</dc:title>
  <dc:subject>PptxGenJS Presentation</dc:subject>
  <dc:creator>BJ's AI Enablement</dc:creator>
  <cp:lastModifiedBy>BJ's AI Enablement</cp:lastModifiedBy>
  <cp:revision>1</cp:revision>
  <dcterms:created xsi:type="dcterms:W3CDTF">2026-07-16T13:12:03Z</dcterms:created>
  <dcterms:modified xsi:type="dcterms:W3CDTF">2026-07-16T13:12:03Z</dcterms:modified>
</cp:coreProperties>
</file>