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Comprehensive edition: the full playbook behind the 30-minute course. Built for self-read on SharePoint and as the Champion reference; can be taught live in about 60 minutes. One running example (Priya) threads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objectives, one per section of the deck. The takeaways slide maps back to these one-to-one.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terms (notes only): the pieces are 'tokens' (~750 words = ~1,000 tokens); the working memory is the 'context window'. Worked math: a 40-page report is roughly 60,000-120,000 tokens attached, and PDFs cost extra because pages are also processed as images. Verified July 2026; re-check quarterly.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Rates for reference (notes only, OpenAI rate card July 2026): Thinking message = 10 credits flat regardless of length or effort; Pro = 50/message; Deep Research heaviest per task; mini-routed Auto messages = 0 credits. Claude usage-based billing meters actual tokens. Verify our contract terms and whether flexible pricing is active in Workspace settings &gt; Billing.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flagship habit. Batching lives here too: three related questions in one message instead of three messages — each separate message re-reads the whole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cost output tokens on Claude. A standing preference ('short, direct answers') belongs in custom instructions — covered in the set-once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 in both tools: hover over your message for the edit (pencil) icon. Community guides consistently rank this the top single saver — one bad exchange stops snowballing into permanent baggage.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counterweight to the whole prompting section: the goal is fewer attempts, not shorter prompts. If people leave having learned 'write less', the course has failed — say so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 sessions spend most of their usage re-reading history rather than doing new work — that's the token math from slide 3 compounding.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bridge that makes 'new chat per task' workable mid-project — the most common objection handled.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 mechanics (notes only): pages are processed as extracted text AND page images, so documents cost roughly double what the text alone suggests. Same for Word docs, decks, and spreadsheets rendered as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tip most often missed in the wild: screenshotting text feels convenient and quietly costs a multiple. On Claude it's billed; in ChatGPT it degrades working memory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Power-user tier but real: a 15-page PDF re-uploaded across chats can burn 100k+ tokens where a text conversion runs a few thousand. Position it as optional for most, standard for document-heavy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Project availability and knowledge limits in both BJ's tenants before delivery; behavior when project knowledge is very large differs by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from Projects: custom instructions are global preferences; Projects are shared files/context for a workstream. Verify menu paths in both BJ's tenants — labels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biggest lever in the deck. Both failure directions matter equally: one wastes money, the other wastes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Rates from OpenAI's rate card, July 2026 — flexible-pricing plans. Effort level does not change the per-message rate in ChatGPT; that's the opposite of Claude, next slide. Two university IT guides independently flag sticky selection as their top waste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Unlike ChatGPT's flat 10 credits, Claude's cost scales with how hard it thinks — both whether thinking is on and the effort level chosen. Verify which models and toggles our Enterprise tenant exposes.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Anthropic states tools and connectors are token-intensive and recommends disabling unused ones — this is vendor guidance,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 Deep Research is 50 credits/task on the current rate card; admins can gate it by RBAC. Claude's Research feature draws heavily on usage-based billing. Both worth an RBAC/coaching conversation for heavy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to Claude's file-creation features (and Cowork where enabled). The pattern generalizes: iterate on the plan in cheap messages, spend the expensive generation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answer to 'extend my limit' requests: point at the drain, not the ceiling. Copilot is covered in its own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habits in the comprehensive edition (the 30-minute course teaches five — edit-don't-stack is promoted here). Exportable as the one-page job 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Maps one-to-one to slide 2's objectives. Adoption hook: everyone runs one real task this week using habits 1 and 3, counts attempts, and Champions collect before/after stories for the AI Hub. Close with the cross-reference: these are efficiency habits, not data rules — what you may share with each tool is covered in responsible-use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OpenAI: overage limits can be set to zero to block overages entirely; alerts configurable per workspace. Verify our admin roles and current menu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arithmetic (notes only): 40-page PDF ≈ 60-120k tokens attached, re-attached twice ≈ 200k+; five corrections in a long thread re-read everything each time; thinking-on adds billed reasoning per message. The 'after' path: ~6 pages as text ≈ 4-6k tokens, one ask, one thinking pass. Order-of-magnitude, deliberately conservative.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312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7E0A27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486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000" b="1" spc="-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 AI ENABLEMENT · COMPREHENSIVE EDITION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26060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40690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proven way to get better answers from Claude and ChatGPT while spending less — prompting, chat hygiene, files, set-once setup, and modes.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end, you will be able to: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2212848"/>
            <a:ext cx="493776" cy="49377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2128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00200" y="2121408"/>
            <a:ext cx="9692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every answer costs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of text, working memory, and how each of our two tools actually bills.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03580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3236976"/>
            <a:ext cx="493776" cy="49377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32369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145536"/>
            <a:ext cx="9692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asks that land on the first attempt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Front-loaded, complete, right-sized — and repaired by editing, not correcting.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059936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8680" y="4261104"/>
            <a:ext cx="493776" cy="49377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42611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4169664"/>
            <a:ext cx="9692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chats, files, and set-once context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chats, lean attachments, Projects, and custom instructions.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0080" y="508406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5285232"/>
            <a:ext cx="493776" cy="49377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52852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600200" y="5193792"/>
            <a:ext cx="9692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effort to the task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vs. thinking modes, model choice, toggles, and the heavy features.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MENTAL MODEL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answer costs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tools measure work in small pieces of text. Your question, your files, and the answer itself all count. Roughly, a page of text is a few hundred pieces.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chat also has a working memory. Every time you send a message, the tool re-reads the entire chat so far. So long chats get heavier with every message — and when the working memory fills, answers drift, repeat, or forget.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weight is paid in two currencies: quality, in both tools — and money, where usage is metered.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CE4E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RUNNING EXAMPLE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a category analyst at BJ's HQ, has a 40-page vendor performance report.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needs a half-page summary and a margin analysis for Thursday's line review. We'll follow her through the whole deck.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OUR TOOLS BILL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meters, two different games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59736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every message is metered.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plan bills on usage — chat length, uploads, and thinking all turn into dollars.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17220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459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8660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ChatGPT: regular messages cost nothing.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Seat-based. An ordinary message is free however long the chat — the cost is quality.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64008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84962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5448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ChatGPT: advanced features spend credits.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Thinking, Deep Research, and image generation draw a paid credit pool. Credits are dollars.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17220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384962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8660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Hitting a limit means the same thing in both.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paid for waste. The habits in this deck are the fix.</a:t>
            </a:r>
            <a:endParaRPr lang="en-US" sz="1550" dirty="0"/>
          </a:p>
        </p:txBody>
      </p:sp>
      <p:sp>
        <p:nvSpPr>
          <p:cNvPr id="22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23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·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Front-load one complete ask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DRIP-FEED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 this report.”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generic summary — then four follow-ups to fix length, focus, and format. Five answers paid for, one used.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correction re-reads the whole chat.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COMPLETE ASK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 for a line review: top 3 drivers, the margin risk, one recommendation. Half a page, bullets.”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usable answer on the first attempt.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Task, audience, content, length, format — up front.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·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the size and shape you want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UNSPECIFIED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should I flag about this vendor?”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screens of prose with a recap and a pep talk. Long answers cost usage too — and bury the point.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pads when you don't set the shape.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RIGHT-SIZED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“Top 5 flags, one line each, no intro or summary.”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lines Priya can paste straight into her notes.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 metered on Claude just like input.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·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your ask — don't stack corrections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“No, shorter.” … “Actually make it casual.” … “Drop the intro.”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bad answer and every correction stay in history — and get re-read on every message after.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paying for the miss, forever.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&amp; REGENERATE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edit on the original message, fix the wording, regenerate.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failed exchange is replaced, not carried. History stays clean and light.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highest-return habit per usage guides.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·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doesn't mean starving the tool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STARVED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“Fix the numbers.”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guesses which numbers and how. Three re-dos later, this “short” prompt is the most expensive one all week.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context is paid back with interest.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BUT LEAN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 the margin table below, recalculate column D as a % of column B and flag anything under 12%.”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the first time. Complete beats short.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cheapest answer is the one you don't redo.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HYGIENE ·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chat, new task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THREAD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reuses last week's long thread for this week's vendor.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message re-reads weeks of history. Answers drift, mix up vendors, and the meter runs on all of it.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Yesterday's topic is a tax on today's.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CHAT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task, new chat — every time.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sharp, on-topic answers. Old chats stay saved; starting fresh loses nothing.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simplest habit on this list.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HYGIENE ·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need the old context? Summarize and restart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a chat runs long and you genuinely still need what's in it — decisions made, drafts agreed, numbers settled.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keep dragging the whole thread. Ask the tool to summarize the conversation — decisions, current state, open questions — copy the summary, and paste it as the first message of a fresh chat.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the knowledge and drop the baggage. Do this whenever a working session crosses roughly 20–30 messages.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PRIYA'S MOVE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 what we've settled: final flags, agreed format, open questions — as a brief I can reuse.”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pastes that brief into a new chat and continues at a fraction of the weight.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·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only what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FILE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attaches all 40 pages to ask about one category.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working memory fills before she asks anything. On Claude, every page is billed — text and page images both.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fat document can eat most of the space.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THE RELEVANT PART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attaches the 6-page category section she actually needs.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 answers at a fraction of the usage.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the whole document analyzed? Fine — that's what the space is for. The waste is 40 pages for a 6-page question.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·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text — don't screenshot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are expensive for these tools to read. A screenshot of an email costs many times what the same words cost as pasted text — and the tool reads the pasted version more accurately.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an image only when the visual itself is the question: a chart to interpret, a shelf photo, a form layout.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it's words on a screen — an email, a Teams thread, a table — select, copy, paste.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THUMB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picture the point?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attach the image.
No, it's just text in a picture → paste the text.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in both tools.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·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file, light question? Convert it to plain text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only the words matter, a formatted PDF or Word file is expensive packaging. Converting it to plain text or a simple .txt/.md file can shrink its cost by 10x or more, because the tool skips the page images entirely.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path: open the document, select all, copy, and paste the text into the chat — or paste into a blank doc and download as plain text if you'll reuse it.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original file only when layout, tables, or visuals carry meaning.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PRIYA'S SHORTCUT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vendor report's 6-page section, pasted as text: a small fraction of the attached-PDF cost.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weekly? She saves the text version in her Project — next slide.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IT ONCE ·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repeat context in a Project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paste or upload the same background every week — a template, a glossary, a policy, standing data — you're paying for it every single time.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Claude and ChatGPT support Projects: upload the recurring files once, and every chat inside the Project starts already knowing them, without re-costing you each conversation.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upload, unlimited reuse. This is the single biggest saver for anyone who works with the same documents regularly.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PRIYA'S SETUP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“Vendor Reviews” Project holds: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scorecard template, the category glossary, and the standing report format.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weekly review chat starts inside it.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IT ONCE ·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preferences once in custom instructions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have a settings area where you can write standing preferences that apply to every chat automatically — who you are, how you like answers, what to skip.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lines there save you from typing the same instructions in every conversation, and they trim every response you get: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“Default to short, direct answers. Skip pleasantries, intros, and closing summaries — lead with the answer.”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SET IT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Settings → Instructions for Claude.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ChatGPT: Settings → Personalization → Custom instructions.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once. Every chat, both directions, gets lighter.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effort to the task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59736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task? Fast mode.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Summaries, rewrites, emails, lookups. Priya's half-page summary is a fast-mode job.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17220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459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8660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task? Thinking mode.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Analysis, multi-step plans, tricky numbers. Priya's margin analysis earns the effort.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64008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84962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5448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direction #1: heavy mode, light task.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waste — money on Claude, credits on ChatGPT, and slower answers.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17220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384962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8660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direction #2: light mode, hard task.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quality failure — and the do-overs cost more than thinking would have.</a:t>
            </a:r>
            <a:endParaRPr lang="en-US" sz="1550" dirty="0"/>
          </a:p>
        </p:txBody>
      </p:sp>
      <p:sp>
        <p:nvSpPr>
          <p:cNvPr id="22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23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ChatGPT: trust Auto, watch the stickiness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model selector on Auto. It routes easy questions to fast models and hard ones to thinking models — and when it routes to a light model, zero credits are used. Override it only when it under-thinks a genuinely hard task.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gotcha: selection is sticky. Once you manually pick Thinking, ChatGPT keeps using it for every follow-up in that chat — each one drawing credits, even for “thanks, now fix the typo.”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hard question in Thinking, then switch back for the small stuff.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REALITY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message: 0 credits.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message: 10 credits — flat, any length, any effort level.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message: 50 credits.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in notes; verify against our contract.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Claude: lighter model, lower effort, thinking off by default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meters actual work, so every dial matters: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lighter model for light tasks — the heavyweight model costs several times more per message and most everyday work doesn't need it.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extended thinking off until a first attempt comes back not good enough — when it's on, every answer works through visible reasoning first, and all of it is billed.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do think, choose the effort level the task deserves — higher effort means more billed reasoning.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OWN GUIDANCE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“Toggle extended thinking off when you don't need enhanced reasoning. Lower the effort level for routine tasks.”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from the usage-limits help page.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off what you're not using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search, connectors, and other tools add weight to every message while they're switched on — the tool carries their instructions and results in working memory even when your task doesn't need them.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a draft from your own material? Search off. Not touching the connected apps today? Connectors off.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rule: if you didn't turn it on for a reason, turn it off.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the “Search and tools” menu in the chat input.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ChatGPT: the tools menu (+) in the composer.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Per-chat, two seconds, real savings.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Research: the heaviest button in either tool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modes run dozens of searches and write long cited reports. One task can cost more than a week of normal chatting — 50 credits per task in ChatGPT, and a large usage draw in Claude.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them when you genuinely need a researched, sourced report. Never as a fancier way to ask a normal question.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aim before you fire: draft the research question with the regular model first — scope, sources, format — then spend the expensive run once, well-directed.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PRIYA'S RULE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pricing scan across 20 sources → Deep Research, once, with a prepared brief.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does net margin mean?” → a regular message. Zero credits.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&amp; MODELS · 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files costs more than chatting (Claude)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Generating actual files — spreadsheets, documents, slide decks — uses more of your limit than the same content as a chat answer. Anthropic confirms file creation is one of the heavier things you can ask for.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don't open with “build me the model.” Plan in conversation first: agree the structure, the sections, the assumptions — cheap, fast messages.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ask for the file once, built to the agreed plan.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CHEAP, BUILD ONCE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settles the scorecard's columns and logic in chat — five light messages.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“Build this exact spreadsheet.” One heavy generation instead of four.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actually goes at BJ's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59736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Claude's biggest silent spenders: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threads, fat uploads, extended thinking left on, and rebuilt files.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17220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459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8660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ChatGPT's biggest credit drains: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Thinking on follow-ups, casual Deep Research, and image generation.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64008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84962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5448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nothing in ChatGPT: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Ordinary messages, however long the chat — spend your care on quality there.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17220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384962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8660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quality in both: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Bloated working memory. Every habit in this deck protects it.</a:t>
            </a:r>
            <a:endParaRPr lang="en-US" sz="1550" dirty="0"/>
          </a:p>
        </p:txBody>
      </p:sp>
      <p:sp>
        <p:nvSpPr>
          <p:cNvPr id="22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23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THIS AT YOUR DESK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habits on one card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59736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One complete, right-sized ask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Task, audience, content, length, format — first message.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172200" y="1965960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2350008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459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86600" y="21488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Edit, don't stack corrections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original and regenerate.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64008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84962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5448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New chat per task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Summarize-and-restart when context must carry over.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172200" y="3355848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3739896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384962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86600" y="353872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Lean attachments, text over screenshots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pages you need; paste words, attach real visuals.</a:t>
            </a:r>
            <a:endParaRPr lang="en-US" sz="1550" dirty="0"/>
          </a:p>
        </p:txBody>
      </p:sp>
      <p:sp>
        <p:nvSpPr>
          <p:cNvPr id="22" name="Shape 15"/>
          <p:cNvSpPr/>
          <p:nvPr/>
        </p:nvSpPr>
        <p:spPr>
          <a:xfrm>
            <a:off x="640080" y="4745736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5129784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5239512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554480" y="492861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Set it once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for repeat files; custom instructions for preferences.</a:t>
            </a:r>
            <a:endParaRPr lang="en-US" sz="1550" dirty="0"/>
          </a:p>
        </p:txBody>
      </p:sp>
      <p:sp>
        <p:nvSpPr>
          <p:cNvPr id="26" name="Shape 18"/>
          <p:cNvSpPr/>
          <p:nvPr/>
        </p:nvSpPr>
        <p:spPr>
          <a:xfrm>
            <a:off x="6172200" y="4745736"/>
            <a:ext cx="5349240" cy="1225296"/>
          </a:xfrm>
          <a:prstGeom prst="roundRect">
            <a:avLst>
              <a:gd name="adj" fmla="val 6716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446520" y="5129784"/>
            <a:ext cx="457200" cy="45720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6248" y="5239512"/>
            <a:ext cx="237744" cy="23774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086600" y="492861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Right effort, extras off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vs. thinking deliberately; search, connectors, and heavy features on purpose only.</a:t>
            </a:r>
            <a:endParaRPr lang="en-US" sz="1550" dirty="0"/>
          </a:p>
        </p:txBody>
      </p:sp>
      <p:sp>
        <p:nvSpPr>
          <p:cNvPr id="30" name="Text 21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31" name="Text 22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CAN NOW DO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now do everything we promised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488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779776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5920" y="23774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what answers cost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of text, working memory, and the two billing models behind our tools.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172200" y="21488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2651760"/>
            <a:ext cx="548640" cy="54864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779776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23774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asks land the first time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Front-loaded, right-sized, repaired by editing — never starved.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4008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562856"/>
            <a:ext cx="292608" cy="2926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45920" y="4160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chats and files stay lean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chats, lean attachments, Projects, custom instructions.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617220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46520" y="4434840"/>
            <a:ext cx="548640" cy="54864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4562856"/>
            <a:ext cx="292608" cy="29260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78040" y="4160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spend effort deliberately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Modes, models, toggles, and heavy features matched to the task.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23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486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000" b="1" spc="-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3246120" cy="457200"/>
          </a:xfrm>
          <a:prstGeom prst="roundRect">
            <a:avLst>
              <a:gd name="adj" fmla="val 24000"/>
            </a:avLst>
          </a:prstGeom>
          <a:solidFill>
            <a:srgbClr val="D3124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21488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— GO DEEPER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" y="27889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58368" y="3977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8CD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AI Champions and admins — the controls behind the habits, plus the token math.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5E6A78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controls: alerts, limits, and access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habits are the demand-side fix. The workspace settings are the supply-side guardrails: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Enterprise: set credit usage alerts and hard overage limits in Workspace settings → Billing, and use role-based access to gate Deep Research and other heavy features by group.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Enterprise: review usage dashboards by team and set expectations where the meter runs hottest.</a:t>
            </a: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endParaRPr lang="en-US" sz="16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the top spenders before raising any ceiling — usage data tells you exactly who needs which habit.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269480" y="2103120"/>
            <a:ext cx="4251960" cy="3200400"/>
          </a:xfrm>
          <a:prstGeom prst="roundRect">
            <a:avLst>
              <a:gd name="adj" fmla="val 2571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283464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limit-extension request becomes a five-minute look at what drained it — then a pointer to the right slide in this deck.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5E6A78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86384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208" y="5486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64208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 on one real week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BEFORE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chat, full 40-page PDF re-attached twice, thinking always on, five correction messages.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 WEIGHT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300,000+ pieces processed for one review — most of it re-reading history and unread pages.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in notes; the shape is what matters.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2286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AFTER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578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in her Project; fresh chat; 6 pages as text; one complete ask; thinking only for the analysis.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 WEIGHT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92240" y="3611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tenth of the usage — and a better report.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task. Same person. Different habits.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USAGE, NOT QUALITY · COMPREHENSIVE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19672" y="6419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Reduce Usage, Not Quality — Comprehensive</dc:title>
  <dc:subject>PptxGenJS Presentation</dc:subject>
  <dc:creator>BJ's AI Enablement</dc:creator>
  <cp:lastModifiedBy>BJ's AI Enablement</cp:lastModifiedBy>
  <cp:revision>1</cp:revision>
  <dcterms:created xsi:type="dcterms:W3CDTF">2026-07-14T01:30:50Z</dcterms:created>
  <dcterms:modified xsi:type="dcterms:W3CDTF">2026-07-14T01:30:50Z</dcterms:modified>
</cp:coreProperties>
</file>